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1C242-E305-7279-AE97-E579B64BE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9E53378-4666-2C6C-1174-66963731D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64F70A-4D8E-8CF6-B7D6-B41F1AF2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D637EE-E985-08DE-DAF6-626E641D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CCA187-D3D7-A0A2-CB83-0161383F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21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4C2A80-96EE-0671-599C-0B1C2245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8434A9-A314-C401-196B-131EF60BB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1AE301-1847-3DDC-FC16-961FF731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31D2C7-9005-096B-3D86-EDD4F344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C29BDD-9EB9-F0E0-434A-9D032D14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0708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4A0903-08FC-3A92-A942-EB94D5BF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C769C5-6D53-A149-CFD2-EE3EFFCF7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06BF9E-CF63-3305-D83E-D6409A5C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60DB73-DCA0-480F-3B19-052DEE54F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1FEB18-A30C-8666-0BF0-89F9036AA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6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1F824E-8781-D8ED-619F-1C1E636C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2E54D3-746B-A2C3-1C54-13F848C6D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CFF887-2357-BE13-F18E-F937BA297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CD87C1-5467-EF51-990F-188C2027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C82791-74EF-D587-9EDD-96D69B47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8BD98D-C0ED-47F8-AA91-97168713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30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8EEDEA-F22C-E047-1673-1502674A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2908FA-8E11-CA93-7F4B-ECBA263CF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9BD475-93DD-546D-1401-3FE49A8D0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393A386-CBD2-8784-8560-590A102D7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E8D0E2-E7EF-F07E-B7F9-2D06A85DC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1DDBA59-0191-85C2-AB08-EBD7ECAB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D525016-291A-5FCB-C7B6-190BE82D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57DC0E-A199-F55C-C69C-112AA31C5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833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34A74A-C71D-E6D7-B81E-7610A9E0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F66AD0-FDC5-A904-FC04-7266CA18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4F60752-BA5F-BBF2-6AF1-EF2B4F395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7F0B02-FA90-E759-921A-93D73D88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860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8F43F6B-A241-6F43-5CE0-703EC479A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E54833-AFF3-4660-9979-9FF6271C0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BB97F5-1C5C-7AA4-792B-E2E80A42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765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2BF80F-7DDA-4BA1-72EF-744D9D19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B14D37-8409-356D-4635-8DAEBE18B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5501E1-6730-3B93-5253-C8A4400CC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035934-55C1-3A9C-9C35-622B5A8E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2DC53E-0CC1-93CA-867B-0CF7406C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B38159-C785-9332-890E-EB43001B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832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7D2248-E67D-D364-D515-5253B4BCF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F7E0669-079A-BA28-8D95-118C0EAD1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239A70-7B9B-AFE9-D2A7-59109A1A3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99C1BF-0221-191F-524F-09ACA1062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BAA381-0AAD-1F6F-69F4-A0896DB21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54F8A0-FCDE-D8C5-E54C-C3DB54DE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084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DAF29C-06BD-BF4F-BED5-6BF9D2890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3623BB-ABF7-17FF-7F04-FB8758A5A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8DCAE0-2FD5-33BC-8E40-F7EEFD5E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4C7CD5-24ED-81A7-C24F-A8338321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A501CC-EAE2-F8D6-9B62-F4E3650C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210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DFA56D2-08BE-B942-BAA1-F0F8AC991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3750B3-5400-9DED-D5B7-8F88DE78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3A5DD8-A3F0-73CB-E8E1-4C426768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9EA980-8270-4A12-7C4F-40BC865E0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FCBDC2-0AEB-2C99-2095-C7B06144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3240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DE341C1-2712-94E1-3CFC-628701BC8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6F440A-F15C-4522-B3AD-BFECFD3D7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A79E30-79DD-6BAA-16B3-5AC9620E3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84E10-8BEE-4661-A060-F50073A27283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1F959C-5518-31DB-4ABF-4B70A48DC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9CB6B0-3F62-6C6D-D837-4A3A31E5D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CA2BB-E12B-42F6-8C59-61BF616E8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67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60B2516-9D75-BEB4-6D96-0781DC02DB1E}"/>
              </a:ext>
            </a:extLst>
          </p:cNvPr>
          <p:cNvSpPr/>
          <p:nvPr/>
        </p:nvSpPr>
        <p:spPr>
          <a:xfrm>
            <a:off x="3579926" y="881861"/>
            <a:ext cx="50321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0" cap="none" spc="0" dirty="0">
                <a:ln w="0"/>
                <a:solidFill>
                  <a:schemeClr val="tx1"/>
                </a:solidFill>
                <a:latin typeface="07ラノベPOP" panose="02000800000000000000" pitchFamily="50" charset="-128"/>
                <a:ea typeface="07ラノベPOP" panose="02000800000000000000" pitchFamily="50" charset="-128"/>
              </a:rPr>
              <a:t>睡眠管理アプリ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D08567-6C48-B802-DC2D-28DB8F6D62E4}"/>
              </a:ext>
            </a:extLst>
          </p:cNvPr>
          <p:cNvSpPr/>
          <p:nvPr/>
        </p:nvSpPr>
        <p:spPr>
          <a:xfrm>
            <a:off x="3599165" y="2967335"/>
            <a:ext cx="49936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5400" b="0" cap="none" spc="0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tx2">
                    <a:lumMod val="50000"/>
                    <a:lumOff val="50000"/>
                  </a:schemeClr>
                </a:solidFill>
                <a:latin typeface="07ラノベPOP" panose="02000800000000000000" pitchFamily="50" charset="-128"/>
                <a:ea typeface="07ラノベPOP" panose="02000800000000000000" pitchFamily="50" charset="-128"/>
              </a:rPr>
              <a:t>Sleep</a:t>
            </a:r>
            <a:r>
              <a:rPr lang="en-US" altLang="ja-JP" sz="5400" b="0" cap="none" spc="0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tx1"/>
                </a:solidFill>
                <a:latin typeface="07ラノベPOP" panose="02000800000000000000" pitchFamily="50" charset="-128"/>
                <a:ea typeface="07ラノベPOP" panose="02000800000000000000" pitchFamily="50" charset="-128"/>
              </a:rPr>
              <a:t> </a:t>
            </a:r>
            <a:r>
              <a:rPr lang="en-US" altLang="ja-JP" sz="5400" b="0" cap="none" spc="0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tx2">
                    <a:lumMod val="50000"/>
                    <a:lumOff val="50000"/>
                  </a:schemeClr>
                </a:solidFill>
                <a:latin typeface="07ラノベPOP" panose="02000800000000000000" pitchFamily="50" charset="-128"/>
                <a:ea typeface="07ラノベPOP" panose="02000800000000000000" pitchFamily="50" charset="-128"/>
              </a:rPr>
              <a:t>Tracker</a:t>
            </a:r>
            <a:endParaRPr lang="ja-JP" altLang="en-US" sz="5400" b="0" cap="none" spc="0" dirty="0">
              <a:ln w="0">
                <a:solidFill>
                  <a:schemeClr val="tx1">
                    <a:lumMod val="75000"/>
                    <a:lumOff val="25000"/>
                  </a:schemeClr>
                </a:solidFill>
              </a:ln>
              <a:solidFill>
                <a:schemeClr val="tx2">
                  <a:lumMod val="50000"/>
                  <a:lumOff val="50000"/>
                </a:schemeClr>
              </a:solidFill>
              <a:latin typeface="07ラノベPOP" panose="02000800000000000000" pitchFamily="50" charset="-128"/>
              <a:ea typeface="07ラノベPOP" panose="02000800000000000000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C7965DD-DCA1-037E-4272-169817680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480" y="4126115"/>
            <a:ext cx="2249424" cy="1996364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D50D066-022C-2A6B-2328-27A0C820BBD8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BC17F41-E6DC-A3F2-803D-9DB12421F1B6}"/>
              </a:ext>
            </a:extLst>
          </p:cNvPr>
          <p:cNvSpPr/>
          <p:nvPr/>
        </p:nvSpPr>
        <p:spPr>
          <a:xfrm>
            <a:off x="9534144" y="-361816"/>
            <a:ext cx="2680208" cy="676924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80208"/>
              <a:gd name="csY0" fmla="*/ 338448 h 676924"/>
              <a:gd name="csX1" fmla="*/ 1121664 w 2680208"/>
              <a:gd name="csY1" fmla="*/ 120 h 676924"/>
              <a:gd name="csX2" fmla="*/ 2680208 w 2680208"/>
              <a:gd name="csY2" fmla="*/ 368928 h 676924"/>
              <a:gd name="csX3" fmla="*/ 1121664 w 2680208"/>
              <a:gd name="csY3" fmla="*/ 676776 h 676924"/>
              <a:gd name="csX4" fmla="*/ 0 w 2680208"/>
              <a:gd name="csY4" fmla="*/ 338448 h 676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80208" h="676924">
                <a:moveTo>
                  <a:pt x="0" y="338448"/>
                </a:moveTo>
                <a:cubicBezTo>
                  <a:pt x="0" y="151595"/>
                  <a:pt x="674963" y="-4960"/>
                  <a:pt x="1121664" y="120"/>
                </a:cubicBezTo>
                <a:cubicBezTo>
                  <a:pt x="1568365" y="5200"/>
                  <a:pt x="2680208" y="182075"/>
                  <a:pt x="2680208" y="368928"/>
                </a:cubicBezTo>
                <a:cubicBezTo>
                  <a:pt x="2680208" y="555781"/>
                  <a:pt x="1568365" y="681856"/>
                  <a:pt x="1121664" y="676776"/>
                </a:cubicBezTo>
                <a:cubicBezTo>
                  <a:pt x="674963" y="671696"/>
                  <a:pt x="0" y="525301"/>
                  <a:pt x="0" y="33844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BBFF334-2163-53FD-9B77-D895AFC0FD9E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D004B6-706F-A709-1528-1D012A63FB08}"/>
              </a:ext>
            </a:extLst>
          </p:cNvPr>
          <p:cNvSpPr/>
          <p:nvPr/>
        </p:nvSpPr>
        <p:spPr>
          <a:xfrm>
            <a:off x="-32512" y="6548058"/>
            <a:ext cx="2690368" cy="676772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90368"/>
              <a:gd name="csY0" fmla="*/ 318070 h 676772"/>
              <a:gd name="csX1" fmla="*/ 1568704 w 2690368"/>
              <a:gd name="csY1" fmla="*/ 62 h 676772"/>
              <a:gd name="csX2" fmla="*/ 2690368 w 2690368"/>
              <a:gd name="csY2" fmla="*/ 338390 h 676772"/>
              <a:gd name="csX3" fmla="*/ 1568704 w 2690368"/>
              <a:gd name="csY3" fmla="*/ 676718 h 676772"/>
              <a:gd name="csX4" fmla="*/ 0 w 2690368"/>
              <a:gd name="csY4" fmla="*/ 318070 h 676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90368" h="676772">
                <a:moveTo>
                  <a:pt x="0" y="318070"/>
                </a:moveTo>
                <a:cubicBezTo>
                  <a:pt x="0" y="131217"/>
                  <a:pt x="1120309" y="-3325"/>
                  <a:pt x="1568704" y="62"/>
                </a:cubicBezTo>
                <a:cubicBezTo>
                  <a:pt x="2017099" y="3449"/>
                  <a:pt x="2690368" y="151537"/>
                  <a:pt x="2690368" y="338390"/>
                </a:cubicBezTo>
                <a:cubicBezTo>
                  <a:pt x="2690368" y="525243"/>
                  <a:pt x="2017099" y="680105"/>
                  <a:pt x="1568704" y="676718"/>
                </a:cubicBezTo>
                <a:cubicBezTo>
                  <a:pt x="1120309" y="673331"/>
                  <a:pt x="0" y="504923"/>
                  <a:pt x="0" y="31807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544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7743-1ED9-7654-7D24-76048697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AB9C685-5ADE-6ECF-876B-55BFA4A48AD8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B541EF47-AABA-8B17-F0D4-D5B913F05376}"/>
              </a:ext>
            </a:extLst>
          </p:cNvPr>
          <p:cNvSpPr/>
          <p:nvPr/>
        </p:nvSpPr>
        <p:spPr>
          <a:xfrm>
            <a:off x="9534144" y="-361696"/>
            <a:ext cx="2243328" cy="676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C6BC2A-51F6-C4D8-AC20-B27EDB3BAFFF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810CFDD-C082-73AF-2143-17C1789B0B8C}"/>
              </a:ext>
            </a:extLst>
          </p:cNvPr>
          <p:cNvSpPr/>
          <p:nvPr/>
        </p:nvSpPr>
        <p:spPr>
          <a:xfrm>
            <a:off x="414528" y="6548120"/>
            <a:ext cx="2243328" cy="676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786C8C5-AE21-38F0-A14B-FCBC805574A6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8">
            <a:extLst>
              <a:ext uri="{FF2B5EF4-FFF2-40B4-BE49-F238E27FC236}">
                <a16:creationId xmlns:a16="http://schemas.microsoft.com/office/drawing/2014/main" id="{5E003BED-2B2C-EAF9-5DEC-6AF2AB3946B3}"/>
              </a:ext>
            </a:extLst>
          </p:cNvPr>
          <p:cNvSpPr/>
          <p:nvPr/>
        </p:nvSpPr>
        <p:spPr>
          <a:xfrm>
            <a:off x="9534144" y="-361816"/>
            <a:ext cx="2680208" cy="676924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80208"/>
              <a:gd name="csY0" fmla="*/ 338448 h 676924"/>
              <a:gd name="csX1" fmla="*/ 1121664 w 2680208"/>
              <a:gd name="csY1" fmla="*/ 120 h 676924"/>
              <a:gd name="csX2" fmla="*/ 2680208 w 2680208"/>
              <a:gd name="csY2" fmla="*/ 368928 h 676924"/>
              <a:gd name="csX3" fmla="*/ 1121664 w 2680208"/>
              <a:gd name="csY3" fmla="*/ 676776 h 676924"/>
              <a:gd name="csX4" fmla="*/ 0 w 2680208"/>
              <a:gd name="csY4" fmla="*/ 338448 h 676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80208" h="676924">
                <a:moveTo>
                  <a:pt x="0" y="338448"/>
                </a:moveTo>
                <a:cubicBezTo>
                  <a:pt x="0" y="151595"/>
                  <a:pt x="674963" y="-4960"/>
                  <a:pt x="1121664" y="120"/>
                </a:cubicBezTo>
                <a:cubicBezTo>
                  <a:pt x="1568365" y="5200"/>
                  <a:pt x="2680208" y="182075"/>
                  <a:pt x="2680208" y="368928"/>
                </a:cubicBezTo>
                <a:cubicBezTo>
                  <a:pt x="2680208" y="555781"/>
                  <a:pt x="1568365" y="681856"/>
                  <a:pt x="1121664" y="676776"/>
                </a:cubicBezTo>
                <a:cubicBezTo>
                  <a:pt x="674963" y="671696"/>
                  <a:pt x="0" y="525301"/>
                  <a:pt x="0" y="33844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72B46B-5ADB-2FE4-E5D6-F751C74CED71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10">
            <a:extLst>
              <a:ext uri="{FF2B5EF4-FFF2-40B4-BE49-F238E27FC236}">
                <a16:creationId xmlns:a16="http://schemas.microsoft.com/office/drawing/2014/main" id="{88E6AD29-F2CA-E546-3B96-DDF970188EAE}"/>
              </a:ext>
            </a:extLst>
          </p:cNvPr>
          <p:cNvSpPr/>
          <p:nvPr/>
        </p:nvSpPr>
        <p:spPr>
          <a:xfrm>
            <a:off x="-32512" y="6548058"/>
            <a:ext cx="2690368" cy="676772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90368"/>
              <a:gd name="csY0" fmla="*/ 318070 h 676772"/>
              <a:gd name="csX1" fmla="*/ 1568704 w 2690368"/>
              <a:gd name="csY1" fmla="*/ 62 h 676772"/>
              <a:gd name="csX2" fmla="*/ 2690368 w 2690368"/>
              <a:gd name="csY2" fmla="*/ 338390 h 676772"/>
              <a:gd name="csX3" fmla="*/ 1568704 w 2690368"/>
              <a:gd name="csY3" fmla="*/ 676718 h 676772"/>
              <a:gd name="csX4" fmla="*/ 0 w 2690368"/>
              <a:gd name="csY4" fmla="*/ 318070 h 676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90368" h="676772">
                <a:moveTo>
                  <a:pt x="0" y="318070"/>
                </a:moveTo>
                <a:cubicBezTo>
                  <a:pt x="0" y="131217"/>
                  <a:pt x="1120309" y="-3325"/>
                  <a:pt x="1568704" y="62"/>
                </a:cubicBezTo>
                <a:cubicBezTo>
                  <a:pt x="2017099" y="3449"/>
                  <a:pt x="2690368" y="151537"/>
                  <a:pt x="2690368" y="338390"/>
                </a:cubicBezTo>
                <a:cubicBezTo>
                  <a:pt x="2690368" y="525243"/>
                  <a:pt x="2017099" y="680105"/>
                  <a:pt x="1568704" y="676718"/>
                </a:cubicBezTo>
                <a:cubicBezTo>
                  <a:pt x="1120309" y="673331"/>
                  <a:pt x="0" y="504923"/>
                  <a:pt x="0" y="31807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C9F7936-5D43-204E-141A-8D1C76FA64E3}"/>
              </a:ext>
            </a:extLst>
          </p:cNvPr>
          <p:cNvSpPr/>
          <p:nvPr/>
        </p:nvSpPr>
        <p:spPr>
          <a:xfrm>
            <a:off x="2657856" y="1762474"/>
            <a:ext cx="78021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dirty="0">
                <a:ln w="0"/>
                <a:latin typeface="07ラノベPOP" panose="02000800000000000000" pitchFamily="50" charset="-128"/>
                <a:ea typeface="07ラノベPOP" panose="02000800000000000000" pitchFamily="50" charset="-128"/>
              </a:rPr>
              <a:t>現代社会において、、、</a:t>
            </a:r>
            <a:endParaRPr lang="ja-JP" altLang="en-US" sz="5400" b="0" cap="none" spc="0" dirty="0">
              <a:ln w="0"/>
              <a:solidFill>
                <a:schemeClr val="tx1"/>
              </a:solidFill>
              <a:latin typeface="07ラノベPOP" panose="02000800000000000000" pitchFamily="50" charset="-128"/>
              <a:ea typeface="07ラノベPOP" panose="020008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1100C16-59FF-3EC9-53E2-E4C9BAD06930}"/>
              </a:ext>
            </a:extLst>
          </p:cNvPr>
          <p:cNvSpPr/>
          <p:nvPr/>
        </p:nvSpPr>
        <p:spPr>
          <a:xfrm>
            <a:off x="1536192" y="3665466"/>
            <a:ext cx="9187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0" cap="none" spc="0" dirty="0">
                <a:ln w="0">
                  <a:solidFill>
                    <a:schemeClr val="tx1"/>
                  </a:solidFill>
                </a:ln>
                <a:solidFill>
                  <a:schemeClr val="tx2">
                    <a:lumMod val="50000"/>
                    <a:lumOff val="50000"/>
                  </a:schemeClr>
                </a:solidFill>
                <a:latin typeface="07ラノベPOP" panose="02000800000000000000" pitchFamily="50" charset="-128"/>
                <a:ea typeface="07ラノベPOP" panose="02000800000000000000" pitchFamily="50" charset="-128"/>
              </a:rPr>
              <a:t>睡眠</a:t>
            </a:r>
            <a:r>
              <a:rPr lang="ja-JP" altLang="en-US" sz="5400" b="0" cap="none" spc="0" dirty="0">
                <a:ln w="0"/>
                <a:solidFill>
                  <a:schemeClr val="tx1"/>
                </a:solidFill>
                <a:latin typeface="07ラノベPOP" panose="02000800000000000000" pitchFamily="50" charset="-128"/>
                <a:ea typeface="07ラノベPOP" panose="02000800000000000000" pitchFamily="50" charset="-128"/>
              </a:rPr>
              <a:t>に困っている人は多い！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F288E9C-F0ED-CC3A-2761-C04A1BCFF355}"/>
              </a:ext>
            </a:extLst>
          </p:cNvPr>
          <p:cNvSpPr/>
          <p:nvPr/>
        </p:nvSpPr>
        <p:spPr>
          <a:xfrm>
            <a:off x="4658747" y="5163094"/>
            <a:ext cx="2874505" cy="923330"/>
          </a:xfrm>
          <a:prstGeom prst="rect">
            <a:avLst/>
          </a:prstGeom>
          <a:noFill/>
          <a:effectLst>
            <a:softEdge rad="1270000"/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5400" dirty="0">
                <a:ln w="0">
                  <a:noFill/>
                </a:ln>
                <a:solidFill>
                  <a:schemeClr val="tx1">
                    <a:alpha val="30000"/>
                  </a:schemeClr>
                </a:solidFill>
                <a:effectLst>
                  <a:glow>
                    <a:schemeClr val="accent1">
                      <a:alpha val="0"/>
                    </a:schemeClr>
                  </a:glow>
                </a:effectLst>
                <a:latin typeface="07ラノベPOP" panose="02000800000000000000" pitchFamily="50" charset="-128"/>
                <a:ea typeface="07ラノベPOP" panose="02000800000000000000" pitchFamily="50" charset="-128"/>
              </a:rPr>
              <a:t>(</a:t>
            </a:r>
            <a:r>
              <a:rPr lang="ja-JP" altLang="en-US" sz="5400" dirty="0">
                <a:ln w="0">
                  <a:noFill/>
                </a:ln>
                <a:solidFill>
                  <a:schemeClr val="tx1">
                    <a:alpha val="30000"/>
                  </a:schemeClr>
                </a:solidFill>
                <a:effectLst>
                  <a:glow>
                    <a:schemeClr val="accent1">
                      <a:alpha val="0"/>
                    </a:schemeClr>
                  </a:glow>
                </a:effectLst>
                <a:latin typeface="07ラノベPOP" panose="02000800000000000000" pitchFamily="50" charset="-128"/>
                <a:ea typeface="07ラノベPOP" panose="02000800000000000000" pitchFamily="50" charset="-128"/>
              </a:rPr>
              <a:t>私とか</a:t>
            </a:r>
            <a:r>
              <a:rPr lang="en-US" altLang="ja-JP" sz="5400" dirty="0">
                <a:ln w="0">
                  <a:noFill/>
                </a:ln>
                <a:solidFill>
                  <a:schemeClr val="tx1">
                    <a:alpha val="30000"/>
                  </a:schemeClr>
                </a:solidFill>
                <a:effectLst>
                  <a:glow>
                    <a:schemeClr val="accent1">
                      <a:alpha val="0"/>
                    </a:schemeClr>
                  </a:glow>
                </a:effectLst>
                <a:latin typeface="07ラノベPOP" panose="02000800000000000000" pitchFamily="50" charset="-128"/>
                <a:ea typeface="07ラノベPOP" panose="02000800000000000000" pitchFamily="50" charset="-128"/>
              </a:rPr>
              <a:t>)</a:t>
            </a:r>
            <a:endParaRPr lang="ja-JP" altLang="en-US" sz="5400" b="0" cap="none" spc="0" dirty="0">
              <a:ln w="0">
                <a:noFill/>
              </a:ln>
              <a:solidFill>
                <a:schemeClr val="tx1">
                  <a:alpha val="30000"/>
                </a:schemeClr>
              </a:solidFill>
              <a:effectLst>
                <a:glow>
                  <a:schemeClr val="accent1">
                    <a:alpha val="0"/>
                  </a:schemeClr>
                </a:glow>
              </a:effectLst>
              <a:latin typeface="07ラノベPOP" panose="02000800000000000000" pitchFamily="50" charset="-128"/>
              <a:ea typeface="07ラノベPOP" panose="020008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684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776A-A1FD-ABC3-0317-40F2DF47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FC376F7-B963-48BA-51CA-FD21392CE296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3EC7480D-A07F-2E2F-E90B-48AEE1872476}"/>
              </a:ext>
            </a:extLst>
          </p:cNvPr>
          <p:cNvSpPr/>
          <p:nvPr/>
        </p:nvSpPr>
        <p:spPr>
          <a:xfrm>
            <a:off x="9534144" y="-361696"/>
            <a:ext cx="2243328" cy="676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F16A1D-A509-0978-3F7D-643F39B4DC55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8">
            <a:extLst>
              <a:ext uri="{FF2B5EF4-FFF2-40B4-BE49-F238E27FC236}">
                <a16:creationId xmlns:a16="http://schemas.microsoft.com/office/drawing/2014/main" id="{2082EBBE-E3C7-9F9A-457C-106EBB9EA152}"/>
              </a:ext>
            </a:extLst>
          </p:cNvPr>
          <p:cNvSpPr/>
          <p:nvPr/>
        </p:nvSpPr>
        <p:spPr>
          <a:xfrm>
            <a:off x="9534144" y="-361816"/>
            <a:ext cx="2680208" cy="676924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80208"/>
              <a:gd name="csY0" fmla="*/ 338448 h 676924"/>
              <a:gd name="csX1" fmla="*/ 1121664 w 2680208"/>
              <a:gd name="csY1" fmla="*/ 120 h 676924"/>
              <a:gd name="csX2" fmla="*/ 2680208 w 2680208"/>
              <a:gd name="csY2" fmla="*/ 368928 h 676924"/>
              <a:gd name="csX3" fmla="*/ 1121664 w 2680208"/>
              <a:gd name="csY3" fmla="*/ 676776 h 676924"/>
              <a:gd name="csX4" fmla="*/ 0 w 2680208"/>
              <a:gd name="csY4" fmla="*/ 338448 h 676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80208" h="676924">
                <a:moveTo>
                  <a:pt x="0" y="338448"/>
                </a:moveTo>
                <a:cubicBezTo>
                  <a:pt x="0" y="151595"/>
                  <a:pt x="674963" y="-4960"/>
                  <a:pt x="1121664" y="120"/>
                </a:cubicBezTo>
                <a:cubicBezTo>
                  <a:pt x="1568365" y="5200"/>
                  <a:pt x="2680208" y="182075"/>
                  <a:pt x="2680208" y="368928"/>
                </a:cubicBezTo>
                <a:cubicBezTo>
                  <a:pt x="2680208" y="555781"/>
                  <a:pt x="1568365" y="681856"/>
                  <a:pt x="1121664" y="676776"/>
                </a:cubicBezTo>
                <a:cubicBezTo>
                  <a:pt x="674963" y="671696"/>
                  <a:pt x="0" y="525301"/>
                  <a:pt x="0" y="33844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DF4BEA7-A8EE-3591-A1E0-BB65CD051628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9ABC5DB-5753-820C-FB41-1EA131E7B1DC}"/>
              </a:ext>
            </a:extLst>
          </p:cNvPr>
          <p:cNvSpPr/>
          <p:nvPr/>
        </p:nvSpPr>
        <p:spPr>
          <a:xfrm>
            <a:off x="414528" y="6548120"/>
            <a:ext cx="2243328" cy="676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683644-D845-07DD-995C-31F97E6757E9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10">
            <a:extLst>
              <a:ext uri="{FF2B5EF4-FFF2-40B4-BE49-F238E27FC236}">
                <a16:creationId xmlns:a16="http://schemas.microsoft.com/office/drawing/2014/main" id="{840B0D0D-8566-E3A7-3932-AA30C7D75850}"/>
              </a:ext>
            </a:extLst>
          </p:cNvPr>
          <p:cNvSpPr/>
          <p:nvPr/>
        </p:nvSpPr>
        <p:spPr>
          <a:xfrm>
            <a:off x="-32512" y="6548058"/>
            <a:ext cx="2690368" cy="676772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90368"/>
              <a:gd name="csY0" fmla="*/ 318070 h 676772"/>
              <a:gd name="csX1" fmla="*/ 1568704 w 2690368"/>
              <a:gd name="csY1" fmla="*/ 62 h 676772"/>
              <a:gd name="csX2" fmla="*/ 2690368 w 2690368"/>
              <a:gd name="csY2" fmla="*/ 338390 h 676772"/>
              <a:gd name="csX3" fmla="*/ 1568704 w 2690368"/>
              <a:gd name="csY3" fmla="*/ 676718 h 676772"/>
              <a:gd name="csX4" fmla="*/ 0 w 2690368"/>
              <a:gd name="csY4" fmla="*/ 318070 h 676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90368" h="676772">
                <a:moveTo>
                  <a:pt x="0" y="318070"/>
                </a:moveTo>
                <a:cubicBezTo>
                  <a:pt x="0" y="131217"/>
                  <a:pt x="1120309" y="-3325"/>
                  <a:pt x="1568704" y="62"/>
                </a:cubicBezTo>
                <a:cubicBezTo>
                  <a:pt x="2017099" y="3449"/>
                  <a:pt x="2690368" y="151537"/>
                  <a:pt x="2690368" y="338390"/>
                </a:cubicBezTo>
                <a:cubicBezTo>
                  <a:pt x="2690368" y="525243"/>
                  <a:pt x="2017099" y="680105"/>
                  <a:pt x="1568704" y="676718"/>
                </a:cubicBezTo>
                <a:cubicBezTo>
                  <a:pt x="1120309" y="673331"/>
                  <a:pt x="0" y="504923"/>
                  <a:pt x="0" y="31807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83171FA-EAEA-AD91-723D-7155C574EB41}"/>
              </a:ext>
            </a:extLst>
          </p:cNvPr>
          <p:cNvSpPr/>
          <p:nvPr/>
        </p:nvSpPr>
        <p:spPr>
          <a:xfrm>
            <a:off x="5327904" y="676656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0" cap="none" spc="0" dirty="0">
                <a:ln w="0"/>
                <a:solidFill>
                  <a:schemeClr val="tx1"/>
                </a:solidFill>
                <a:latin typeface="07ラノベPOP" panose="02000800000000000000" pitchFamily="50" charset="-128"/>
                <a:ea typeface="07ラノベPOP" panose="02000800000000000000" pitchFamily="50" charset="-128"/>
              </a:rPr>
              <a:t>機能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3023C91-7E28-3024-CE7E-E1187157370D}"/>
              </a:ext>
            </a:extLst>
          </p:cNvPr>
          <p:cNvSpPr/>
          <p:nvPr/>
        </p:nvSpPr>
        <p:spPr>
          <a:xfrm>
            <a:off x="776180" y="3673024"/>
            <a:ext cx="9187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0" cap="none" spc="0" dirty="0">
                <a:ln w="0"/>
                <a:solidFill>
                  <a:schemeClr val="tx1"/>
                </a:solidFill>
                <a:latin typeface="07ラノベPOP" panose="02000800000000000000" pitchFamily="50" charset="-128"/>
                <a:ea typeface="07ラノベPOP" panose="02000800000000000000" pitchFamily="50" charset="-128"/>
              </a:rPr>
              <a:t>・アラーム、睡眠リマインド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4CE5271-55C6-BB2F-DFCD-3FBD8D812B20}"/>
              </a:ext>
            </a:extLst>
          </p:cNvPr>
          <p:cNvSpPr/>
          <p:nvPr/>
        </p:nvSpPr>
        <p:spPr>
          <a:xfrm>
            <a:off x="776180" y="1994066"/>
            <a:ext cx="98796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0" cap="none" spc="0" dirty="0">
                <a:ln w="0"/>
                <a:solidFill>
                  <a:schemeClr val="tx1"/>
                </a:solidFill>
                <a:latin typeface="07ラノベPOP" panose="02000800000000000000" pitchFamily="50" charset="-128"/>
                <a:ea typeface="07ラノベPOP" panose="02000800000000000000" pitchFamily="50" charset="-128"/>
              </a:rPr>
              <a:t>・睡眠時間の計測、分析、記録</a:t>
            </a:r>
          </a:p>
        </p:txBody>
      </p:sp>
    </p:spTree>
    <p:extLst>
      <p:ext uri="{BB962C8B-B14F-4D97-AF65-F5344CB8AC3E}">
        <p14:creationId xmlns:p14="http://schemas.microsoft.com/office/powerpoint/2010/main" val="1915148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3A3D-F391-A46C-F3E2-40DA207B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0FD38A-53AA-7850-DF5F-77F2D5AF5FB6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B6ADC201-C840-B6E8-0CE3-4CC4B92DFAC9}"/>
              </a:ext>
            </a:extLst>
          </p:cNvPr>
          <p:cNvSpPr/>
          <p:nvPr/>
        </p:nvSpPr>
        <p:spPr>
          <a:xfrm>
            <a:off x="9534144" y="-361696"/>
            <a:ext cx="2243328" cy="676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3B16D13-37F3-2688-B987-B88FCDC34A74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8">
            <a:extLst>
              <a:ext uri="{FF2B5EF4-FFF2-40B4-BE49-F238E27FC236}">
                <a16:creationId xmlns:a16="http://schemas.microsoft.com/office/drawing/2014/main" id="{E7E10B5F-EDE6-E8FA-E922-F63DBC5CBEAB}"/>
              </a:ext>
            </a:extLst>
          </p:cNvPr>
          <p:cNvSpPr/>
          <p:nvPr/>
        </p:nvSpPr>
        <p:spPr>
          <a:xfrm>
            <a:off x="9534144" y="-361816"/>
            <a:ext cx="2680208" cy="676924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80208"/>
              <a:gd name="csY0" fmla="*/ 338448 h 676924"/>
              <a:gd name="csX1" fmla="*/ 1121664 w 2680208"/>
              <a:gd name="csY1" fmla="*/ 120 h 676924"/>
              <a:gd name="csX2" fmla="*/ 2680208 w 2680208"/>
              <a:gd name="csY2" fmla="*/ 368928 h 676924"/>
              <a:gd name="csX3" fmla="*/ 1121664 w 2680208"/>
              <a:gd name="csY3" fmla="*/ 676776 h 676924"/>
              <a:gd name="csX4" fmla="*/ 0 w 2680208"/>
              <a:gd name="csY4" fmla="*/ 338448 h 676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80208" h="676924">
                <a:moveTo>
                  <a:pt x="0" y="338448"/>
                </a:moveTo>
                <a:cubicBezTo>
                  <a:pt x="0" y="151595"/>
                  <a:pt x="674963" y="-4960"/>
                  <a:pt x="1121664" y="120"/>
                </a:cubicBezTo>
                <a:cubicBezTo>
                  <a:pt x="1568365" y="5200"/>
                  <a:pt x="2680208" y="182075"/>
                  <a:pt x="2680208" y="368928"/>
                </a:cubicBezTo>
                <a:cubicBezTo>
                  <a:pt x="2680208" y="555781"/>
                  <a:pt x="1568365" y="681856"/>
                  <a:pt x="1121664" y="676776"/>
                </a:cubicBezTo>
                <a:cubicBezTo>
                  <a:pt x="674963" y="671696"/>
                  <a:pt x="0" y="525301"/>
                  <a:pt x="0" y="33844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D2A5E5F-2A4C-4603-66FD-8F32B7290D05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599D6412-7D36-325D-EADD-CBE9061D1DFC}"/>
              </a:ext>
            </a:extLst>
          </p:cNvPr>
          <p:cNvSpPr/>
          <p:nvPr/>
        </p:nvSpPr>
        <p:spPr>
          <a:xfrm>
            <a:off x="414528" y="6548120"/>
            <a:ext cx="2243328" cy="676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8D7DA2-52CC-CA47-6C24-1168C65C47A8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0">
            <a:extLst>
              <a:ext uri="{FF2B5EF4-FFF2-40B4-BE49-F238E27FC236}">
                <a16:creationId xmlns:a16="http://schemas.microsoft.com/office/drawing/2014/main" id="{7C61F73B-CFB3-FC9E-7C23-10479348DE7B}"/>
              </a:ext>
            </a:extLst>
          </p:cNvPr>
          <p:cNvSpPr/>
          <p:nvPr/>
        </p:nvSpPr>
        <p:spPr>
          <a:xfrm>
            <a:off x="-32512" y="6548058"/>
            <a:ext cx="2690368" cy="676772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90368"/>
              <a:gd name="csY0" fmla="*/ 318070 h 676772"/>
              <a:gd name="csX1" fmla="*/ 1568704 w 2690368"/>
              <a:gd name="csY1" fmla="*/ 62 h 676772"/>
              <a:gd name="csX2" fmla="*/ 2690368 w 2690368"/>
              <a:gd name="csY2" fmla="*/ 338390 h 676772"/>
              <a:gd name="csX3" fmla="*/ 1568704 w 2690368"/>
              <a:gd name="csY3" fmla="*/ 676718 h 676772"/>
              <a:gd name="csX4" fmla="*/ 0 w 2690368"/>
              <a:gd name="csY4" fmla="*/ 318070 h 676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90368" h="676772">
                <a:moveTo>
                  <a:pt x="0" y="318070"/>
                </a:moveTo>
                <a:cubicBezTo>
                  <a:pt x="0" y="131217"/>
                  <a:pt x="1120309" y="-3325"/>
                  <a:pt x="1568704" y="62"/>
                </a:cubicBezTo>
                <a:cubicBezTo>
                  <a:pt x="2017099" y="3449"/>
                  <a:pt x="2690368" y="151537"/>
                  <a:pt x="2690368" y="338390"/>
                </a:cubicBezTo>
                <a:cubicBezTo>
                  <a:pt x="2690368" y="525243"/>
                  <a:pt x="2017099" y="680105"/>
                  <a:pt x="1568704" y="676718"/>
                </a:cubicBezTo>
                <a:cubicBezTo>
                  <a:pt x="1120309" y="673331"/>
                  <a:pt x="0" y="504923"/>
                  <a:pt x="0" y="31807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6A2ACA4-7259-9D87-6242-C89F92ADD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33" y="676656"/>
            <a:ext cx="3148577" cy="5395129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F16235F-B72C-1695-6DFD-A664D699692F}"/>
              </a:ext>
            </a:extLst>
          </p:cNvPr>
          <p:cNvSpPr/>
          <p:nvPr/>
        </p:nvSpPr>
        <p:spPr>
          <a:xfrm>
            <a:off x="414528" y="676656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0" cap="none" spc="0" dirty="0">
                <a:ln w="0"/>
                <a:solidFill>
                  <a:schemeClr val="tx1"/>
                </a:solidFill>
                <a:latin typeface="07ラノベPOP" panose="02000800000000000000" pitchFamily="50" charset="-128"/>
                <a:ea typeface="07ラノベPOP" panose="02000800000000000000" pitchFamily="50" charset="-128"/>
              </a:rPr>
              <a:t>ホーム画面</a:t>
            </a:r>
          </a:p>
        </p:txBody>
      </p:sp>
    </p:spTree>
    <p:extLst>
      <p:ext uri="{BB962C8B-B14F-4D97-AF65-F5344CB8AC3E}">
        <p14:creationId xmlns:p14="http://schemas.microsoft.com/office/powerpoint/2010/main" val="609784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1E23D-E4FF-F27F-E447-2CCFC4130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8B2F1A-F524-D8FA-0D6B-565A9424F241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A6EBF3A-950A-CED0-66BF-91E0C23C79B0}"/>
              </a:ext>
            </a:extLst>
          </p:cNvPr>
          <p:cNvSpPr/>
          <p:nvPr/>
        </p:nvSpPr>
        <p:spPr>
          <a:xfrm>
            <a:off x="9534144" y="-361696"/>
            <a:ext cx="2243328" cy="676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8A4AB8F-1E87-DB25-7428-18A483D6E15E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8">
            <a:extLst>
              <a:ext uri="{FF2B5EF4-FFF2-40B4-BE49-F238E27FC236}">
                <a16:creationId xmlns:a16="http://schemas.microsoft.com/office/drawing/2014/main" id="{BA78D78A-A7F0-7FD7-2667-30BD74D754CF}"/>
              </a:ext>
            </a:extLst>
          </p:cNvPr>
          <p:cNvSpPr/>
          <p:nvPr/>
        </p:nvSpPr>
        <p:spPr>
          <a:xfrm>
            <a:off x="9534144" y="-361816"/>
            <a:ext cx="2680208" cy="676924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80208"/>
              <a:gd name="csY0" fmla="*/ 338448 h 676924"/>
              <a:gd name="csX1" fmla="*/ 1121664 w 2680208"/>
              <a:gd name="csY1" fmla="*/ 120 h 676924"/>
              <a:gd name="csX2" fmla="*/ 2680208 w 2680208"/>
              <a:gd name="csY2" fmla="*/ 368928 h 676924"/>
              <a:gd name="csX3" fmla="*/ 1121664 w 2680208"/>
              <a:gd name="csY3" fmla="*/ 676776 h 676924"/>
              <a:gd name="csX4" fmla="*/ 0 w 2680208"/>
              <a:gd name="csY4" fmla="*/ 338448 h 676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80208" h="676924">
                <a:moveTo>
                  <a:pt x="0" y="338448"/>
                </a:moveTo>
                <a:cubicBezTo>
                  <a:pt x="0" y="151595"/>
                  <a:pt x="674963" y="-4960"/>
                  <a:pt x="1121664" y="120"/>
                </a:cubicBezTo>
                <a:cubicBezTo>
                  <a:pt x="1568365" y="5200"/>
                  <a:pt x="2680208" y="182075"/>
                  <a:pt x="2680208" y="368928"/>
                </a:cubicBezTo>
                <a:cubicBezTo>
                  <a:pt x="2680208" y="555781"/>
                  <a:pt x="1568365" y="681856"/>
                  <a:pt x="1121664" y="676776"/>
                </a:cubicBezTo>
                <a:cubicBezTo>
                  <a:pt x="674963" y="671696"/>
                  <a:pt x="0" y="525301"/>
                  <a:pt x="0" y="33844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D446A81-D13C-C2A7-D0FC-D3C7C70EC643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BEFCC64-5A18-2509-6F07-DC9AAD668DA6}"/>
              </a:ext>
            </a:extLst>
          </p:cNvPr>
          <p:cNvSpPr/>
          <p:nvPr/>
        </p:nvSpPr>
        <p:spPr>
          <a:xfrm>
            <a:off x="414528" y="6548120"/>
            <a:ext cx="2243328" cy="676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87CB039-BBDD-8713-59AE-DF1A5CA9E873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0">
            <a:extLst>
              <a:ext uri="{FF2B5EF4-FFF2-40B4-BE49-F238E27FC236}">
                <a16:creationId xmlns:a16="http://schemas.microsoft.com/office/drawing/2014/main" id="{2DF7E5B6-38E9-1ED7-292E-F7EC2989A5F8}"/>
              </a:ext>
            </a:extLst>
          </p:cNvPr>
          <p:cNvSpPr/>
          <p:nvPr/>
        </p:nvSpPr>
        <p:spPr>
          <a:xfrm>
            <a:off x="-32512" y="6548058"/>
            <a:ext cx="2690368" cy="676772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90368"/>
              <a:gd name="csY0" fmla="*/ 318070 h 676772"/>
              <a:gd name="csX1" fmla="*/ 1568704 w 2690368"/>
              <a:gd name="csY1" fmla="*/ 62 h 676772"/>
              <a:gd name="csX2" fmla="*/ 2690368 w 2690368"/>
              <a:gd name="csY2" fmla="*/ 338390 h 676772"/>
              <a:gd name="csX3" fmla="*/ 1568704 w 2690368"/>
              <a:gd name="csY3" fmla="*/ 676718 h 676772"/>
              <a:gd name="csX4" fmla="*/ 0 w 2690368"/>
              <a:gd name="csY4" fmla="*/ 318070 h 676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90368" h="676772">
                <a:moveTo>
                  <a:pt x="0" y="318070"/>
                </a:moveTo>
                <a:cubicBezTo>
                  <a:pt x="0" y="131217"/>
                  <a:pt x="1120309" y="-3325"/>
                  <a:pt x="1568704" y="62"/>
                </a:cubicBezTo>
                <a:cubicBezTo>
                  <a:pt x="2017099" y="3449"/>
                  <a:pt x="2690368" y="151537"/>
                  <a:pt x="2690368" y="338390"/>
                </a:cubicBezTo>
                <a:cubicBezTo>
                  <a:pt x="2690368" y="525243"/>
                  <a:pt x="2017099" y="680105"/>
                  <a:pt x="1568704" y="676718"/>
                </a:cubicBezTo>
                <a:cubicBezTo>
                  <a:pt x="1120309" y="673331"/>
                  <a:pt x="0" y="504923"/>
                  <a:pt x="0" y="31807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B0A5F44-0FD7-F624-73B0-BBA6A6D60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064" y="698644"/>
            <a:ext cx="3202616" cy="5487726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CD6AE1B-60AF-7228-AE84-CF3DF48437D3}"/>
              </a:ext>
            </a:extLst>
          </p:cNvPr>
          <p:cNvSpPr/>
          <p:nvPr/>
        </p:nvSpPr>
        <p:spPr>
          <a:xfrm>
            <a:off x="286495" y="676656"/>
            <a:ext cx="43396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dirty="0">
                <a:ln w="0"/>
                <a:latin typeface="07ラノベPOP" panose="02000800000000000000" pitchFamily="50" charset="-128"/>
                <a:ea typeface="07ラノベPOP" panose="02000800000000000000" pitchFamily="50" charset="-128"/>
              </a:rPr>
              <a:t>アラーム画面</a:t>
            </a:r>
            <a:endParaRPr lang="ja-JP" altLang="en-US" sz="5400" b="0" cap="none" spc="0" dirty="0">
              <a:ln w="0"/>
              <a:solidFill>
                <a:schemeClr val="tx1"/>
              </a:solidFill>
              <a:latin typeface="07ラノベPOP" panose="02000800000000000000" pitchFamily="50" charset="-128"/>
              <a:ea typeface="07ラノベPOP" panose="020008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5815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FB427-1891-2D49-FCA9-D9D7BD646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7EDEDF-F2DE-808C-CDEC-2427FB30B663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184FFFAC-5B53-91D4-9835-527558E47345}"/>
              </a:ext>
            </a:extLst>
          </p:cNvPr>
          <p:cNvSpPr/>
          <p:nvPr/>
        </p:nvSpPr>
        <p:spPr>
          <a:xfrm>
            <a:off x="9534144" y="-361696"/>
            <a:ext cx="2243328" cy="676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51D3FD-7584-CF03-C258-A5CBA5ADC7B1}"/>
              </a:ext>
            </a:extLst>
          </p:cNvPr>
          <p:cNvSpPr/>
          <p:nvPr/>
        </p:nvSpPr>
        <p:spPr>
          <a:xfrm>
            <a:off x="0" y="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8">
            <a:extLst>
              <a:ext uri="{FF2B5EF4-FFF2-40B4-BE49-F238E27FC236}">
                <a16:creationId xmlns:a16="http://schemas.microsoft.com/office/drawing/2014/main" id="{96E697B0-3B87-7DA5-8474-371BD5A98BDD}"/>
              </a:ext>
            </a:extLst>
          </p:cNvPr>
          <p:cNvSpPr/>
          <p:nvPr/>
        </p:nvSpPr>
        <p:spPr>
          <a:xfrm>
            <a:off x="9534144" y="-361816"/>
            <a:ext cx="2680208" cy="676924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80208"/>
              <a:gd name="csY0" fmla="*/ 338448 h 676924"/>
              <a:gd name="csX1" fmla="*/ 1121664 w 2680208"/>
              <a:gd name="csY1" fmla="*/ 120 h 676924"/>
              <a:gd name="csX2" fmla="*/ 2680208 w 2680208"/>
              <a:gd name="csY2" fmla="*/ 368928 h 676924"/>
              <a:gd name="csX3" fmla="*/ 1121664 w 2680208"/>
              <a:gd name="csY3" fmla="*/ 676776 h 676924"/>
              <a:gd name="csX4" fmla="*/ 0 w 2680208"/>
              <a:gd name="csY4" fmla="*/ 338448 h 676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80208" h="676924">
                <a:moveTo>
                  <a:pt x="0" y="338448"/>
                </a:moveTo>
                <a:cubicBezTo>
                  <a:pt x="0" y="151595"/>
                  <a:pt x="674963" y="-4960"/>
                  <a:pt x="1121664" y="120"/>
                </a:cubicBezTo>
                <a:cubicBezTo>
                  <a:pt x="1568365" y="5200"/>
                  <a:pt x="2680208" y="182075"/>
                  <a:pt x="2680208" y="368928"/>
                </a:cubicBezTo>
                <a:cubicBezTo>
                  <a:pt x="2680208" y="555781"/>
                  <a:pt x="1568365" y="681856"/>
                  <a:pt x="1121664" y="676776"/>
                </a:cubicBezTo>
                <a:cubicBezTo>
                  <a:pt x="674963" y="671696"/>
                  <a:pt x="0" y="525301"/>
                  <a:pt x="0" y="33844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320719-11D5-2A36-24FF-03C9687F3D1D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882D1267-73EE-6107-4B8C-DE9AB72FDD24}"/>
              </a:ext>
            </a:extLst>
          </p:cNvPr>
          <p:cNvSpPr/>
          <p:nvPr/>
        </p:nvSpPr>
        <p:spPr>
          <a:xfrm>
            <a:off x="414528" y="6548120"/>
            <a:ext cx="2243328" cy="676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317CB5A-BEE8-4CEE-C758-AB252873ED97}"/>
              </a:ext>
            </a:extLst>
          </p:cNvPr>
          <p:cNvSpPr/>
          <p:nvPr/>
        </p:nvSpPr>
        <p:spPr>
          <a:xfrm>
            <a:off x="1536192" y="6548120"/>
            <a:ext cx="10655808" cy="314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0">
            <a:extLst>
              <a:ext uri="{FF2B5EF4-FFF2-40B4-BE49-F238E27FC236}">
                <a16:creationId xmlns:a16="http://schemas.microsoft.com/office/drawing/2014/main" id="{D52CABBF-11C8-640C-A77C-CAB3A6859F67}"/>
              </a:ext>
            </a:extLst>
          </p:cNvPr>
          <p:cNvSpPr/>
          <p:nvPr/>
        </p:nvSpPr>
        <p:spPr>
          <a:xfrm>
            <a:off x="-32512" y="6548058"/>
            <a:ext cx="2690368" cy="676772"/>
          </a:xfrm>
          <a:custGeom>
            <a:avLst/>
            <a:gdLst>
              <a:gd name="csX0" fmla="*/ 0 w 2243328"/>
              <a:gd name="csY0" fmla="*/ 338328 h 676656"/>
              <a:gd name="csX1" fmla="*/ 1121664 w 2243328"/>
              <a:gd name="csY1" fmla="*/ 0 h 676656"/>
              <a:gd name="csX2" fmla="*/ 2243328 w 2243328"/>
              <a:gd name="csY2" fmla="*/ 338328 h 676656"/>
              <a:gd name="csX3" fmla="*/ 1121664 w 2243328"/>
              <a:gd name="csY3" fmla="*/ 676656 h 676656"/>
              <a:gd name="csX4" fmla="*/ 0 w 2243328"/>
              <a:gd name="csY4" fmla="*/ 338328 h 676656"/>
              <a:gd name="csX0" fmla="*/ 0 w 2690368"/>
              <a:gd name="csY0" fmla="*/ 318070 h 676772"/>
              <a:gd name="csX1" fmla="*/ 1568704 w 2690368"/>
              <a:gd name="csY1" fmla="*/ 62 h 676772"/>
              <a:gd name="csX2" fmla="*/ 2690368 w 2690368"/>
              <a:gd name="csY2" fmla="*/ 338390 h 676772"/>
              <a:gd name="csX3" fmla="*/ 1568704 w 2690368"/>
              <a:gd name="csY3" fmla="*/ 676718 h 676772"/>
              <a:gd name="csX4" fmla="*/ 0 w 2690368"/>
              <a:gd name="csY4" fmla="*/ 318070 h 676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90368" h="676772">
                <a:moveTo>
                  <a:pt x="0" y="318070"/>
                </a:moveTo>
                <a:cubicBezTo>
                  <a:pt x="0" y="131217"/>
                  <a:pt x="1120309" y="-3325"/>
                  <a:pt x="1568704" y="62"/>
                </a:cubicBezTo>
                <a:cubicBezTo>
                  <a:pt x="2017099" y="3449"/>
                  <a:pt x="2690368" y="151537"/>
                  <a:pt x="2690368" y="338390"/>
                </a:cubicBezTo>
                <a:cubicBezTo>
                  <a:pt x="2690368" y="525243"/>
                  <a:pt x="2017099" y="680105"/>
                  <a:pt x="1568704" y="676718"/>
                </a:cubicBezTo>
                <a:cubicBezTo>
                  <a:pt x="1120309" y="673331"/>
                  <a:pt x="0" y="504923"/>
                  <a:pt x="0" y="31807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500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43</Words>
  <Application>Microsoft Office PowerPoint</Application>
  <PresentationFormat>ワイド画面</PresentationFormat>
  <Paragraphs>10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07ラノベPOP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本田 吉刀(zeal23410046)</dc:creator>
  <cp:lastModifiedBy>本田 吉刀(zeal23410046)</cp:lastModifiedBy>
  <cp:revision>1</cp:revision>
  <dcterms:created xsi:type="dcterms:W3CDTF">2026-01-15T02:38:56Z</dcterms:created>
  <dcterms:modified xsi:type="dcterms:W3CDTF">2026-01-15T08:12:21Z</dcterms:modified>
</cp:coreProperties>
</file>